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Удивительный мир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D93D"/>
                </a:solidFill>
                <a:latin typeface="Calibri"/>
              </a:defRPr>
            </a:pPr>
            <a:r>
              <a:t>КОТИКОВ 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Школьный 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🐾🐾🐾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CCDD"/>
                </a:solidFill>
                <a:latin typeface="Calibri"/>
              </a:defRPr>
            </a:pPr>
            <a:r>
              <a:t>2026 год</a:t>
            </a:r>
          </a:p>
        </p:txBody>
      </p:sp>
      <p:pic>
        <p:nvPicPr>
          <p:cNvPr id="8" name="Picture 7" descr="cat_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57200"/>
            <a:ext cx="576072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84A7A"/>
                </a:solidFill>
                <a:latin typeface="Calibri"/>
              </a:defRPr>
            </a:pPr>
            <a:r>
              <a:t>📋 Содержание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8720" y="1417320"/>
            <a:ext cx="45720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1. Кто такие кошки?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45720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2. История кошек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194560"/>
            <a:ext cx="45720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402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3. Интересные факты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94560"/>
            <a:ext cx="45720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402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4. Британская короткошёрстная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2971800"/>
            <a:ext cx="45720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0175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5. Мейн-кун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971800"/>
            <a:ext cx="45720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0175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6. Сиамская кошка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3749040"/>
            <a:ext cx="45720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7947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7. Шотландская вислоухая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49040"/>
            <a:ext cx="45720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7947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8. Персидская кошка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4526280"/>
            <a:ext cx="45720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5720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9. Сфинкс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526280"/>
            <a:ext cx="45720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5720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10. Питание кошек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88720" y="5303520"/>
            <a:ext cx="45720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53492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11. Уход и забота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303520"/>
            <a:ext cx="45720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53492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12. Заключение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E84A7A"/>
                </a:solidFill>
                <a:latin typeface="Calibri"/>
              </a:defRPr>
            </a:pPr>
            <a:r>
              <a:t>🐱 Кто такие кошки?</a:t>
            </a:r>
          </a:p>
        </p:txBody>
      </p:sp>
      <p:pic>
        <p:nvPicPr>
          <p:cNvPr id="3" name="Picture 2" descr="cat_fa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84632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71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3F"/>
                </a:solidFill>
                <a:latin typeface="Calibri"/>
              </a:defRPr>
            </a:pPr>
            <a:r>
              <a:t>Кошка домашняя (Felis catus) — одно из самых</a:t>
            </a:r>
            <a:br/>
            <a:r>
              <a:t>популярных домашних животных в мире.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🔹 Класс: Млекопитающие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🔹 Отряд: Хищные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🔹 Семейство: Кошачьи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🔹 Средняя продолжительность жизни: 12-18 лет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🔹 Вес: от 2,5 до 12 кг (в зависимости от породы)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🔹 Известно более 200 пород кошек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00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В мире насчитывается более 600 миллионов</a:t>
            </a:r>
            <a:br/>
            <a:r>
              <a:t>домашних кошек!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E84A7A"/>
                </a:solidFill>
                <a:latin typeface="Calibri"/>
              </a:defRPr>
            </a:pPr>
            <a:r>
              <a:t>📜 История одомашнивания кошек</a:t>
            </a:r>
          </a:p>
        </p:txBody>
      </p:sp>
      <p:pic>
        <p:nvPicPr>
          <p:cNvPr id="3" name="Picture 2" descr="cat_hist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84632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0" y="137160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D2D3F"/>
                </a:solidFill>
                <a:latin typeface="Calibri"/>
              </a:defRPr>
            </a:pPr>
            <a:r>
              <a:t>🏛 Древний Египет (около 4000 лет назад)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82880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D2D3F"/>
                </a:solidFill>
                <a:latin typeface="Calibri"/>
              </a:defRPr>
            </a:pPr>
            <a:r>
              <a:t>Кошки были священными животными. Богиня</a:t>
            </a:r>
            <a:br/>
            <a:r>
              <a:t>Бастет изображалась с кошачьей головой.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42316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D2D3F"/>
                </a:solidFill>
                <a:latin typeface="Calibri"/>
              </a:defRPr>
            </a:pPr>
            <a:r>
              <a:t>⛵ Средние века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88036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D2D3F"/>
                </a:solidFill>
                <a:latin typeface="Calibri"/>
              </a:defRPr>
            </a:pPr>
            <a:r>
              <a:t>Кошки путешествовали на кораблях, защищая</a:t>
            </a:r>
            <a:br/>
            <a:r>
              <a:t>провизию от крыс и мышей.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347472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D2D3F"/>
                </a:solidFill>
                <a:latin typeface="Calibri"/>
              </a:defRPr>
            </a:pPr>
            <a:r>
              <a:t>🌍 Современность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393192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D2D3F"/>
                </a:solidFill>
                <a:latin typeface="Calibri"/>
              </a:defRPr>
            </a:pPr>
            <a:r>
              <a:t>Сегодня кошки — самые популярные домашние</a:t>
            </a:r>
            <a:br/>
            <a:r>
              <a:t>питомцы. Их обожают во всём мире!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452628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D2D3F"/>
                </a:solidFill>
                <a:latin typeface="Calibri"/>
              </a:defRPr>
            </a:pPr>
            <a:r>
              <a:t>💡 Интересно: кошки были одомашнены</a:t>
            </a:r>
            <a:br/>
            <a:r>
              <a:t>позже собак — около 10 000 лет назад.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E84A7A"/>
                </a:solidFill>
                <a:latin typeface="Calibri"/>
              </a:defRPr>
            </a:pPr>
            <a:r>
              <a:t>🧠 Интересные факты о кошках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2D2D3F"/>
                </a:solidFill>
                <a:latin typeface="Calibri"/>
              </a:defRPr>
            </a:pPr>
            <a:r>
              <a:t>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9D"/>
                </a:solidFill>
                <a:latin typeface="Calibri"/>
              </a:defRPr>
            </a:pPr>
            <a:r>
              <a:t>Сони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80"/>
                </a:solidFill>
                <a:latin typeface="Calibri"/>
              </a:defRPr>
            </a:pPr>
            <a:r>
              <a:t>Кошки спят 12-16 часов в сутки.</a:t>
            </a:r>
            <a:br/>
            <a:r>
              <a:t>Это примерно 70% их жизни!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2D2D3F"/>
                </a:solidFill>
                <a:latin typeface="Calibri"/>
              </a:defRPr>
            </a:pPr>
            <a:r>
              <a:t>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9D"/>
                </a:solidFill>
                <a:latin typeface="Calibri"/>
              </a:defRPr>
            </a:pPr>
            <a:r>
              <a:t>Супер-нос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5603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80"/>
                </a:solidFill>
                <a:latin typeface="Calibri"/>
              </a:defRPr>
            </a:pPr>
            <a:r>
              <a:t>У кошек 200 миллионов обонятельных</a:t>
            </a:r>
            <a:br/>
            <a:r>
              <a:t>рецепторов — в 14 раз больше, чем у людей.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5544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2D2D3F"/>
                </a:solidFill>
                <a:latin typeface="Calibri"/>
              </a:defRPr>
            </a:pPr>
            <a:r>
              <a:t>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9D"/>
                </a:solidFill>
                <a:latin typeface="Calibri"/>
              </a:defRPr>
            </a:pPr>
            <a:r>
              <a:t>Мурлыканье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5603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80"/>
                </a:solidFill>
                <a:latin typeface="Calibri"/>
              </a:defRPr>
            </a:pPr>
            <a:r>
              <a:t>Кошки мурлычут с частотой 25-150 Гц,</a:t>
            </a:r>
            <a:br/>
            <a:r>
              <a:t>что способствует заживлению костей.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2D2D3F"/>
                </a:solidFill>
                <a:latin typeface="Calibri"/>
              </a:defRPr>
            </a:pPr>
            <a:r>
              <a:t>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9D"/>
                </a:solidFill>
                <a:latin typeface="Calibri"/>
              </a:defRPr>
            </a:pPr>
            <a:r>
              <a:t>Скорость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80"/>
                </a:solidFill>
                <a:latin typeface="Calibri"/>
              </a:defRPr>
            </a:pPr>
            <a:r>
              <a:t>Домашняя кошка может бегать со</a:t>
            </a:r>
            <a:br/>
            <a:r>
              <a:t>скоростью до 50 км/ч!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93192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41148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2D2D3F"/>
                </a:solidFill>
                <a:latin typeface="Calibri"/>
              </a:defRPr>
            </a:pPr>
            <a:r>
              <a:t>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663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9D"/>
                </a:solidFill>
                <a:latin typeface="Calibri"/>
              </a:defRPr>
            </a:pPr>
            <a:r>
              <a:t>Супер-слух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120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80"/>
                </a:solidFill>
                <a:latin typeface="Calibri"/>
              </a:defRPr>
            </a:pPr>
            <a:r>
              <a:t>32 мышцы в каждом ухе позволяют</a:t>
            </a:r>
            <a:br/>
            <a:r>
              <a:t>поворачивать его на 180 градусов.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93192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41148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2D2D3F"/>
                </a:solidFill>
                <a:latin typeface="Calibri"/>
              </a:defRPr>
            </a:pPr>
            <a:r>
              <a:t>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663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9D"/>
                </a:solidFill>
                <a:latin typeface="Calibri"/>
              </a:defRPr>
            </a:pPr>
            <a:r>
              <a:t>Ночное зрение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5120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80"/>
                </a:solidFill>
                <a:latin typeface="Calibri"/>
              </a:defRPr>
            </a:pPr>
            <a:r>
              <a:t>Кошки видят в темноте в 6 раз</a:t>
            </a:r>
            <a:br/>
            <a:r>
              <a:t>лучше человека.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E84A7A"/>
                </a:solidFill>
                <a:latin typeface="Calibri"/>
              </a:defRPr>
            </a:pPr>
            <a:r>
              <a:t>🇬🇧 Британская короткошёрстная</a:t>
            </a:r>
          </a:p>
        </p:txBody>
      </p:sp>
      <p:pic>
        <p:nvPicPr>
          <p:cNvPr id="3" name="Picture 2" descr="cat_briti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6459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📏 Размер: Средний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148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⚖️ Вес: 4-8 кг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6517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🎨 Окрас: Голубой, лиловый, чёрный и др.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31546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❤️ Характер: Спокойный, независимый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657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📅 Продолжительность жизни: 12-17 лет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4348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80"/>
                </a:solidFill>
                <a:latin typeface="Calibri"/>
              </a:defRPr>
            </a:pPr>
            <a:r>
              <a:t>Британские кошки — одна из самых популярных пород в мире. Они отличаются плюшевой шерстью, круглой мордочкой и спокойным характером. Идеальные компаньоны для семей с детьми.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E84A7A"/>
                </a:solidFill>
                <a:latin typeface="Calibri"/>
              </a:defRPr>
            </a:pPr>
            <a:r>
              <a:t>🦁 Мейн-кун — нежный гигант</a:t>
            </a:r>
          </a:p>
        </p:txBody>
      </p:sp>
      <p:pic>
        <p:nvPicPr>
          <p:cNvPr id="3" name="Picture 2" descr="cat_backu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50292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6459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📏 Размер: Крупный (одна из самых больших пород)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⚖️ Вес: 6-12 кг (коты до 15 кг!)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🎨 Окрас: Разнообразный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❤️ Характер: Дружелюбный, игривый, умный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📅 Продолжительность жизни: 12-15 лет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80"/>
                </a:solidFill>
                <a:latin typeface="Calibri"/>
              </a:defRPr>
            </a:pPr>
            <a:r>
              <a:t>Мейн-куны — «нежные гиганты» кошачьего мира. Несмотря на внушительный размер, они очень ласковые и общительные. Любят воду и обожают играть!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E84A7A"/>
                </a:solidFill>
                <a:latin typeface="Calibri"/>
              </a:defRPr>
            </a:pPr>
            <a:r>
              <a:t>🏯 Сиамская кошка</a:t>
            </a:r>
          </a:p>
        </p:txBody>
      </p:sp>
      <p:pic>
        <p:nvPicPr>
          <p:cNvPr id="3" name="Picture 2" descr="cat_siame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6459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📏 Размер: Средний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148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⚖️ Вес: 3-5 кг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6517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🎨 Окрас: Колор-пойнт (светлое тело, тёмные уши, лапы, хвост)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31546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❤️ Характер: Общительный, «разговорчивый»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657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📅 Продолжительность жизни: 15-20 лет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4348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80"/>
                </a:solidFill>
                <a:latin typeface="Calibri"/>
              </a:defRPr>
            </a:pPr>
            <a:r>
              <a:t>Сиамские кошки — одна из древнейших пород. Они очень «разговорчивые» и любят быть в центре внимания. Умные и преданные, как собаки!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E84A7A"/>
                </a:solidFill>
                <a:latin typeface="Calibri"/>
              </a:defRPr>
            </a:pPr>
            <a:r>
              <a:t>🏴 Шотландская вислоухая</a:t>
            </a:r>
          </a:p>
        </p:txBody>
      </p:sp>
      <p:pic>
        <p:nvPicPr>
          <p:cNvPr id="3" name="Picture 2" descr="cat_scotti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50292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6459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📏 Размер: Средний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⚖️ Вес: 3-6 кг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🎨 Окрас: Разнообразный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❤️ Характер: Милый, ласковый, спокойный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📅 Продолжительность жизни: 11-15 лет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✨ Особенность: Загнутые вперёд ушки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80"/>
                </a:solidFill>
                <a:latin typeface="Calibri"/>
              </a:defRPr>
            </a:pPr>
            <a:r>
              <a:t>Шотландские вислоухие узнаваемы по загнутым вперёд ушкам. Они очень милые и добрые. Обожают сидеть в необычных позах — например, «по-человечески» на попе!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E84A7A"/>
                </a:solidFill>
                <a:latin typeface="Calibri"/>
              </a:defRPr>
            </a:pPr>
            <a:r>
              <a:t>👑 Персидская кошка</a:t>
            </a:r>
          </a:p>
        </p:txBody>
      </p:sp>
      <p:pic>
        <p:nvPicPr>
          <p:cNvPr id="3" name="Picture 2" descr="cat_persi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6459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📏 Размер: Средний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148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⚖️ Вес: 3-7 кг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6517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🎨 Окрас: Белый, рыжий, чёрный, кремовый и др.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31546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❤️ Характер: Спокойный, ласковый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657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📅 Продолжительность жизни: 12-17 лет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1605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✨ Особенность: Роскошная длинная шерсть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937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80"/>
                </a:solidFill>
                <a:latin typeface="Calibri"/>
              </a:defRPr>
            </a:pPr>
            <a:r>
              <a:t>Персидские кошки — настоящие аристократы. Роскошная длинная шерсть требует ежедневного ухода. Идеальные «диванные» кошки — спокойные и ласковые.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E84A7A"/>
                </a:solidFill>
                <a:latin typeface="Calibri"/>
              </a:defRPr>
            </a:pPr>
            <a:r>
              <a:t>🌟 Сфинкс — кошка без шерсти</a:t>
            </a:r>
          </a:p>
        </p:txBody>
      </p:sp>
      <p:pic>
        <p:nvPicPr>
          <p:cNvPr id="3" name="Picture 2" descr="cat_sphyn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50292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6459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📏 Размер: Средний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⚖️ Вес: 3-6 кг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🎨 Окрас: Кожа различных оттенков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❤️ Характер: Очень ласковый, энергичный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📅 Продолжительность жизни: 12-16 лет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3F"/>
                </a:solidFill>
                <a:latin typeface="Calibri"/>
              </a:defRPr>
            </a:pPr>
            <a:r>
              <a:t>✨ Особенность: Бесшёрстная порода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80"/>
                </a:solidFill>
                <a:latin typeface="Calibri"/>
              </a:defRPr>
            </a:pPr>
            <a:r>
              <a:t>Сфинксы — уникальная бесшёрстная порода. Они очень теплолюбивые и любят прижиматься к хозяину. Температура их тела на 4°C выше, чем у других кошек!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E84A7A"/>
                </a:solidFill>
                <a:latin typeface="Calibri"/>
              </a:defRPr>
            </a:pPr>
            <a:r>
              <a:t>🍽️ Питание кошек</a:t>
            </a:r>
          </a:p>
        </p:txBody>
      </p:sp>
      <p:pic>
        <p:nvPicPr>
          <p:cNvPr id="3" name="Picture 2" descr="cat_foo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50292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716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E7D32"/>
                </a:solidFill>
                <a:latin typeface="Calibri"/>
              </a:defRPr>
            </a:pPr>
            <a:r>
              <a:t>✅ Можно давать: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D2D3F"/>
                </a:solidFill>
                <a:latin typeface="Calibri"/>
              </a:defRPr>
            </a:pPr>
            <a:r>
              <a:t>🥩 Нежирное мясо (курица, индейка, говядина)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D2D3F"/>
                </a:solidFill>
                <a:latin typeface="Calibri"/>
              </a:defRPr>
            </a:pPr>
            <a:r>
              <a:t>🐟 Рыба (варёная, без костей, не часто)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D2D3F"/>
                </a:solidFill>
                <a:latin typeface="Calibri"/>
              </a:defRPr>
            </a:pPr>
            <a:r>
              <a:t>🥚 Варёные яйца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D2D3F"/>
                </a:solidFill>
                <a:latin typeface="Calibri"/>
              </a:defRPr>
            </a:pPr>
            <a:r>
              <a:t>🧀 Нежирный творог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D2D3F"/>
                </a:solidFill>
                <a:latin typeface="Calibri"/>
              </a:defRPr>
            </a:pPr>
            <a:r>
              <a:t>🥕 Овощи (варёные, в небольших количествах)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776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D2D3F"/>
                </a:solidFill>
                <a:latin typeface="Calibri"/>
              </a:defRPr>
            </a:pPr>
            <a:r>
              <a:t>🍲 Качественный готовый корм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C62828"/>
                </a:solidFill>
                <a:latin typeface="Calibri"/>
              </a:defRPr>
            </a:pPr>
            <a:r>
              <a:t>❌ Нельзя давать: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D2D3F"/>
                </a:solidFill>
                <a:latin typeface="Calibri"/>
              </a:defRPr>
            </a:pPr>
            <a:r>
              <a:t>🥛 Молоко (непереносимость лактозы!)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949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D2D3F"/>
                </a:solidFill>
                <a:latin typeface="Calibri"/>
              </a:defRPr>
            </a:pPr>
            <a:r>
              <a:t>🍫 Шоколад (ядовит для кошек!)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D2D3F"/>
                </a:solidFill>
                <a:latin typeface="Calibri"/>
              </a:defRPr>
            </a:pPr>
            <a:r>
              <a:t>🧅 Лук и чеснок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179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D2D3F"/>
                </a:solidFill>
                <a:latin typeface="Calibri"/>
              </a:defRPr>
            </a:pPr>
            <a:r>
              <a:t>🍇 Виноград и изюм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E84A7A"/>
                </a:solidFill>
                <a:latin typeface="Calibri"/>
              </a:defRPr>
            </a:pPr>
            <a:r>
              <a:t>💝 Уход и забота за котиком</a:t>
            </a:r>
          </a:p>
        </p:txBody>
      </p:sp>
      <p:pic>
        <p:nvPicPr>
          <p:cNvPr id="3" name="Picture 2" descr="cat_pl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50292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60720" y="1371600"/>
            <a:ext cx="576072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14173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D2D3F"/>
                </a:solidFill>
                <a:latin typeface="Calibri"/>
              </a:defRPr>
            </a:pPr>
            <a:r>
              <a:t>1️⃣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9D"/>
                </a:solidFill>
                <a:latin typeface="Calibri"/>
              </a:defRPr>
            </a:pPr>
            <a:r>
              <a:t>Чистый лоток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783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80"/>
                </a:solidFill>
                <a:latin typeface="Calibri"/>
              </a:defRPr>
            </a:pPr>
            <a:r>
              <a:t>Убирайте лоток каждый день.</a:t>
            </a:r>
            <a:br/>
            <a:r>
              <a:t>Меняйте наполнитель раз в неделю.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2423160"/>
            <a:ext cx="576072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2468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D2D3F"/>
                </a:solidFill>
                <a:latin typeface="Calibri"/>
              </a:defRPr>
            </a:pPr>
            <a:r>
              <a:t>2️⃣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9D"/>
                </a:solidFill>
                <a:latin typeface="Calibri"/>
              </a:defRPr>
            </a:pPr>
            <a:r>
              <a:t>Вычёсывание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346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80"/>
                </a:solidFill>
                <a:latin typeface="Calibri"/>
              </a:defRPr>
            </a:pPr>
            <a:r>
              <a:t>Короткошёрстных — раз в неделю.</a:t>
            </a:r>
            <a:br/>
            <a:r>
              <a:t>Длинношёрстных — каждый день.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3474720"/>
            <a:ext cx="576072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3520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D2D3F"/>
                </a:solidFill>
                <a:latin typeface="Calibri"/>
              </a:defRPr>
            </a:pPr>
            <a:r>
              <a:t>3️⃣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9D"/>
                </a:solidFill>
                <a:latin typeface="Calibri"/>
              </a:defRPr>
            </a:pPr>
            <a:r>
              <a:t>Ветеринар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886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80"/>
                </a:solidFill>
                <a:latin typeface="Calibri"/>
              </a:defRPr>
            </a:pPr>
            <a:r>
              <a:t>Посещайте врача минимум раз в год.</a:t>
            </a:r>
            <a:br/>
            <a:r>
              <a:t>Делайте все необходимые прививки.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4526280"/>
            <a:ext cx="576072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4572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D2D3F"/>
                </a:solidFill>
                <a:latin typeface="Calibri"/>
              </a:defRPr>
            </a:pPr>
            <a:r>
              <a:t>4️⃣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9D"/>
                </a:solidFill>
                <a:latin typeface="Calibri"/>
              </a:defRPr>
            </a:pPr>
            <a:r>
              <a:t>Игры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937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80"/>
                </a:solidFill>
                <a:latin typeface="Calibri"/>
              </a:defRPr>
            </a:pPr>
            <a:r>
              <a:t>Играйте с кошкой каждый день!</a:t>
            </a:r>
            <a:br/>
            <a:r>
              <a:t>Игрушки, дразнилки, когтеточки.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5577840"/>
            <a:ext cx="576072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56235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D2D3F"/>
                </a:solidFill>
                <a:latin typeface="Calibri"/>
              </a:defRPr>
            </a:pPr>
            <a:r>
              <a:t>5️⃣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623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9D"/>
                </a:solidFill>
                <a:latin typeface="Calibri"/>
              </a:defRPr>
            </a:pPr>
            <a:r>
              <a:t>Любовь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989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6B80"/>
                </a:solidFill>
                <a:latin typeface="Calibri"/>
              </a:defRPr>
            </a:pPr>
            <a:r>
              <a:t>Кошки нуждаются во внимании.</a:t>
            </a:r>
            <a:br/>
            <a:r>
              <a:t>Гладьте их и разговаривайте с ними.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Спасибо за внимание!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DDEE"/>
                </a:solidFill>
                <a:latin typeface="Calibri"/>
              </a:defRPr>
            </a:pPr>
            <a:r>
              <a:t>Кошки — удивительные создания, которые</a:t>
            </a:r>
            <a:br/>
            <a:r>
              <a:t>приносят радость миллионам людей по</a:t>
            </a:r>
            <a:br/>
            <a:r>
              <a:t>всему миру. Они умные, грациозные</a:t>
            </a:r>
            <a:br/>
            <a:r>
              <a:t>и невероятно милые. Любите своих</a:t>
            </a:r>
            <a:br/>
            <a:r>
              <a:t>пушистых друзей! 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D93D"/>
                </a:solidFill>
                <a:latin typeface="Calibri"/>
              </a:defRPr>
            </a:pPr>
            <a:r>
              <a:t>🐱 Мяу! 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CCDD"/>
                </a:solidFill>
                <a:latin typeface="Calibri"/>
              </a:defRPr>
            </a:pPr>
            <a:r>
              <a:t>Школьный проект • 2026</a:t>
            </a:r>
          </a:p>
        </p:txBody>
      </p:sp>
      <p:pic>
        <p:nvPicPr>
          <p:cNvPr id="7" name="Picture 6" descr="cat_slee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57200"/>
            <a:ext cx="5303520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